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9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1c116c5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1c116c5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a1c116c5b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a1c116c5b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a1c116c5b9_0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a1c116c5b9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1c116c5b9_0_1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a1c116c5b9_0_1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a1c116c5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a1c116c5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a1c116c5b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a1c116c5b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a1c116c5b9_0_1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a1c116c5b9_0_1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a1c116c5b9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a1c116c5b9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a1c116c5b9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a1c116c5b9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Swayam Sahoo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Sentinel-AI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Where artificial intelligence meets market inefficiency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891" name="Google Shape;891;p51"/>
          <p:cNvPicPr preferRelativeResize="0"/>
          <p:nvPr/>
        </p:nvPicPr>
        <p:blipFill rotWithShape="1">
          <a:blip r:embed="rId3">
            <a:alphaModFix/>
          </a:blip>
          <a:srcRect b="0" l="22957" r="23000" t="0"/>
          <a:stretch/>
        </p:blipFill>
        <p:spPr>
          <a:xfrm>
            <a:off x="5728650" y="149825"/>
            <a:ext cx="2001300" cy="2074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73550" y="101885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markets should reflect collective knowledge, but in practice they lag reality</a:t>
            </a:r>
            <a:endParaRPr/>
          </a:p>
        </p:txBody>
      </p:sp>
      <p:sp>
        <p:nvSpPr>
          <p:cNvPr id="898" name="Google Shape;898;p52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creates </a:t>
            </a:r>
            <a:r>
              <a:rPr b="1" lang="en"/>
              <a:t>inefficiencies</a:t>
            </a:r>
            <a:r>
              <a:rPr b="1" lang="en"/>
              <a:t> in the markets</a:t>
            </a:r>
            <a:endParaRPr b="1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Font typeface="Sora Light"/>
              <a:buChar char="-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News move faster than market pricing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-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Bias leads to inefficient pricing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-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Traders lack structured reasoning behind movements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-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Opportunities are difficult to detect real time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Result: Profit left on the table 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904" name="Google Shape;904;p53"/>
          <p:cNvSpPr txBox="1"/>
          <p:nvPr>
            <p:ph idx="4294967295" type="subTitle"/>
          </p:nvPr>
        </p:nvSpPr>
        <p:spPr>
          <a:xfrm>
            <a:off x="135725" y="3386975"/>
            <a:ext cx="41424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Ingests real-time news &amp; social signals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Clusters articles into event narratives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Extracts implied probability movement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Scores confidence using bias-calibrated sentiment models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Outputs market-ready recommendations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05" name="Google Shape;905;p53"/>
          <p:cNvSpPr txBox="1"/>
          <p:nvPr>
            <p:ph idx="1" type="body"/>
          </p:nvPr>
        </p:nvSpPr>
        <p:spPr>
          <a:xfrm>
            <a:off x="115025" y="908975"/>
            <a:ext cx="73302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Sentinel-AI: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Domain-agnostic, News-driven, opportunity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4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911" name="Google Shape;911;p54"/>
          <p:cNvSpPr txBox="1"/>
          <p:nvPr>
            <p:ph idx="1" type="body"/>
          </p:nvPr>
        </p:nvSpPr>
        <p:spPr>
          <a:xfrm>
            <a:off x="3489075" y="137275"/>
            <a:ext cx="51108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Collect live prediction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market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data from Manifold, Polymarkte etc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Collect news articles from a varied topic range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Feed into FastAPI pipeline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 sentence transformers to match articles to markets based on meaning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a) Extract explicit signals from text (ie polls and percents) and confirm     context with spacy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b) Zero-shot transformer to determine negative or positive trend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Combine probability + sentiment using weighted scoring (confidence, credibility, relevance, recency)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Six-stage filtering process and Manifold bias correction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Rank markets by expected edge, urgency and confidence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AutoNum type="arabicPeriod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Recommend trades and apply Kelly sizing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12" name="Google Shape;912;p5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4" name="Google Shape;91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375" y="2749775"/>
            <a:ext cx="7173325" cy="2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5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63" y="733200"/>
            <a:ext cx="8801276" cy="36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927" name="Google Shape;9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500" y="1534291"/>
            <a:ext cx="3463075" cy="3204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850" y="152400"/>
            <a:ext cx="419460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7"/>
          <p:cNvSpPr txBox="1"/>
          <p:nvPr>
            <p:ph idx="2" type="body"/>
          </p:nvPr>
        </p:nvSpPr>
        <p:spPr>
          <a:xfrm>
            <a:off x="3964150" y="752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-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No signal fabrication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-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No misinformation amplification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-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Transparent source traces &amp; confidence scores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-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Designed for analysis and not manipulation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34" name="Google Shape;934;p57"/>
          <p:cNvSpPr txBox="1"/>
          <p:nvPr>
            <p:ph idx="3" type="title"/>
          </p:nvPr>
        </p:nvSpPr>
        <p:spPr>
          <a:xfrm>
            <a:off x="115025" y="502775"/>
            <a:ext cx="39054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Ethical Considerations</a:t>
            </a:r>
            <a:endParaRPr sz="3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9" name="Google Shape;939;p58"/>
          <p:cNvCxnSpPr/>
          <p:nvPr/>
        </p:nvCxnSpPr>
        <p:spPr>
          <a:xfrm>
            <a:off x="526450" y="2378950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58"/>
          <p:cNvSpPr/>
          <p:nvPr/>
        </p:nvSpPr>
        <p:spPr>
          <a:xfrm>
            <a:off x="2193888" y="2198351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1" name="Google Shape;941;p58"/>
          <p:cNvSpPr/>
          <p:nvPr/>
        </p:nvSpPr>
        <p:spPr>
          <a:xfrm>
            <a:off x="4058675" y="2198351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42900" rotWithShape="0" algn="bl" dir="5400000" dist="38100">
              <a:schemeClr val="accent3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2" name="Google Shape;942;p58"/>
          <p:cNvSpPr/>
          <p:nvPr/>
        </p:nvSpPr>
        <p:spPr>
          <a:xfrm>
            <a:off x="5932600" y="2198358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3" name="Google Shape;943;p58"/>
          <p:cNvSpPr/>
          <p:nvPr/>
        </p:nvSpPr>
        <p:spPr>
          <a:xfrm>
            <a:off x="7976352" y="2198349"/>
            <a:ext cx="4029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4" name="Google Shape;944;p58"/>
          <p:cNvSpPr txBox="1"/>
          <p:nvPr/>
        </p:nvSpPr>
        <p:spPr>
          <a:xfrm>
            <a:off x="1828617" y="1772788"/>
            <a:ext cx="1104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Source expansion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5" name="Google Shape;945;p58"/>
          <p:cNvSpPr txBox="1"/>
          <p:nvPr/>
        </p:nvSpPr>
        <p:spPr>
          <a:xfrm>
            <a:off x="3720238" y="1715363"/>
            <a:ext cx="1050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Live Trading and alerts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6" name="Google Shape;946;p58"/>
          <p:cNvSpPr txBox="1"/>
          <p:nvPr/>
        </p:nvSpPr>
        <p:spPr>
          <a:xfrm>
            <a:off x="5700250" y="1772800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API Release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47" name="Google Shape;947;p58"/>
          <p:cNvSpPr/>
          <p:nvPr/>
        </p:nvSpPr>
        <p:spPr>
          <a:xfrm>
            <a:off x="470109" y="2278000"/>
            <a:ext cx="201900" cy="201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8" name="Google Shape;948;p58"/>
          <p:cNvSpPr txBox="1"/>
          <p:nvPr/>
        </p:nvSpPr>
        <p:spPr>
          <a:xfrm>
            <a:off x="1664503" y="2663175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Expand to social signals (X, Discord, TikTok topic clusters)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9" name="Google Shape;949;p58"/>
          <p:cNvSpPr txBox="1"/>
          <p:nvPr/>
        </p:nvSpPr>
        <p:spPr>
          <a:xfrm>
            <a:off x="-53525" y="2663163"/>
            <a:ext cx="1158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Add more sites (Kalshi, Polymarket etc)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0" name="Google Shape;950;p58"/>
          <p:cNvSpPr txBox="1"/>
          <p:nvPr/>
        </p:nvSpPr>
        <p:spPr>
          <a:xfrm>
            <a:off x="3505928" y="2663175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Deploy live alert &amp; auto-trade execution module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1" name="Google Shape;951;p58"/>
          <p:cNvSpPr txBox="1"/>
          <p:nvPr/>
        </p:nvSpPr>
        <p:spPr>
          <a:xfrm>
            <a:off x="5379853" y="2699825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Release API for third party forecasters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2" name="Google Shape;952;p58"/>
          <p:cNvSpPr txBox="1"/>
          <p:nvPr>
            <p:ph idx="2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953" name="Google Shape;953;p58"/>
          <p:cNvSpPr txBox="1"/>
          <p:nvPr/>
        </p:nvSpPr>
        <p:spPr>
          <a:xfrm>
            <a:off x="7444453" y="2699825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Backtest with historical markets to fine tune and verify our model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4" name="Google Shape;954;p58"/>
          <p:cNvSpPr txBox="1"/>
          <p:nvPr/>
        </p:nvSpPr>
        <p:spPr>
          <a:xfrm>
            <a:off x="25167" y="1772788"/>
            <a:ext cx="1104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Market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expansion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55" name="Google Shape;955;p58"/>
          <p:cNvSpPr txBox="1"/>
          <p:nvPr/>
        </p:nvSpPr>
        <p:spPr>
          <a:xfrm>
            <a:off x="7612075" y="1772800"/>
            <a:ext cx="1158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Backtesting Engine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9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961" name="Google Shape;961;p59"/>
          <p:cNvSpPr txBox="1"/>
          <p:nvPr/>
        </p:nvSpPr>
        <p:spPr>
          <a:xfrm>
            <a:off x="3829950" y="2571750"/>
            <a:ext cx="431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Any Questions?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